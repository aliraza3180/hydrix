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05E8-9BA2-7F27-0CBB-616F1D09A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22FE3-A7D5-19D6-9517-C5B0B443B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4AAE8-DFCD-5DBC-BF2E-A1E35260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25D53-E0B6-34E6-DEC4-359E4A94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69139-8680-15F8-0EB5-F7AAE164B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0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3F63-03CB-F8F4-8977-90C58796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7AD0F-5484-D758-B7A1-5ACC12F6B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9AAF-2D3E-E0E5-F72D-6C03325D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92729-1977-44B2-D5CB-99DC4AAD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80F3D-AF4D-EEEF-AF5D-C934F50E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68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4B20-25DA-85CA-49D7-31F85B77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0ADEC-F6CB-EB0F-9433-1A544EC02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CC64E-1B64-580F-5A8E-90B663B4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80F08-EDF3-8255-1A8A-3F1766DB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DC3A2-F4A4-AC1B-F7C6-9D5F0302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7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023E-F8DB-3E77-1C18-54D4DAAB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E52F7-8614-58A7-D261-ADBB4ABFB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B8452-CD6C-F2C1-D8C7-629333A5D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C019F-884B-75C1-4895-422E3D05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821CE-2182-2E1F-3240-21B915428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F8D7A-BDDF-886B-EF16-C90ACA73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3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8929-55E1-E737-4FA5-1BEF7EB1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FF64-4E7E-7B7B-81D5-BE9634E7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7C403-5D34-0251-9A33-7107C27C2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304CAF-A907-688D-2478-4001FAC91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DD916-5F97-3B4D-9F1D-C971D5EF8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397A76-A1A5-30A8-396B-43972EF6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B8A518-38BB-9BC6-48FC-C45E07ED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D7602-DE2D-AD68-D840-5E1F8D7F1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1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E9DF-2989-DBE2-A75B-A4C70C0C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EAABA-7267-FA4A-0862-E4D1DA7F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509F8-8168-3831-FE82-9807AFFB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F8382-46F8-0E43-DE1E-72A80A4A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5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FA201-C6A4-AE10-8BC4-0B77F3516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6952F-5544-CEE0-72DE-479A2BDF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7C0B4-A68D-087F-F8E8-A3076C32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7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634F-407E-4BE5-5226-ACD5274EB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BDD9A-C694-4936-7FC6-635F2CDB3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B594A-E73F-7AC5-59B3-C4C58978C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8E732-442A-29E8-68DD-CD5D11F3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398D6-6B0D-E06A-1F5F-898FEB64C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D562B-D67A-D5F0-B735-F4D98C7D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4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3B09-651A-F0A1-4A55-8374C2913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5D2FE-F1A7-2E54-F4DB-FBE3773A1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16F0C-8472-710D-85E4-B057D41DB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EC924-0B08-2F0D-5E83-171A87E3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C8868-92B6-1EF8-D9A4-67AAD6AD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71D09-D53F-4495-407A-7CAB90B2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6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954B-2279-42F3-9EBE-D841DE69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3DA89-5ABE-5EF1-D5D4-E38783FD5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8913F-5E19-A440-E0BB-31F3BF96F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74A40-A5DC-7FCD-4A4A-3F9BA5ED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A68E-CDEE-B83C-648F-FDFD81BB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8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76148-3F63-3534-9053-F10993878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BB98-4C69-2FEE-97AB-4E1F654B4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1B9F3-62A8-EECD-80C5-D7D8038A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7305F-886F-94CB-7EE4-A73B9747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5F18B-3F86-EC3E-B5E5-BA0831B4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7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DC8042-8B84-98F8-F822-A2A87F954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E7C20-0EE0-6943-40B8-87E0EA945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D51E-9C4B-E6A2-2037-A493CFD60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E08BF-68CC-4D9F-98B8-15FE53000DA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EA4BA-B548-0025-792B-5D16FD1F7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D9564-93D4-06CC-8958-74762BFB7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F6E08-AF85-457A-ABEC-488F199E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4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F253CD-DF9C-0C92-66D2-7FC65753E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741" y="2025693"/>
            <a:ext cx="2941493" cy="3675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395BB6-8D20-69D4-E005-1FC38F7BA9C2}"/>
              </a:ext>
            </a:extLst>
          </p:cNvPr>
          <p:cNvSpPr txBox="1"/>
          <p:nvPr/>
        </p:nvSpPr>
        <p:spPr>
          <a:xfrm>
            <a:off x="-19813" y="77876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hydration. reimagined.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860BD-1D00-2701-5F74-1B9487D99220}"/>
              </a:ext>
            </a:extLst>
          </p:cNvPr>
          <p:cNvSpPr txBox="1"/>
          <p:nvPr/>
        </p:nvSpPr>
        <p:spPr>
          <a:xfrm>
            <a:off x="4564380" y="1358420"/>
            <a:ext cx="306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Full-Spectrum Hydration System built for everyday life.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0C8327-DE47-90A2-66FF-54FD97DA10A8}"/>
              </a:ext>
            </a:extLst>
          </p:cNvPr>
          <p:cNvSpPr/>
          <p:nvPr/>
        </p:nvSpPr>
        <p:spPr>
          <a:xfrm>
            <a:off x="911221" y="5722191"/>
            <a:ext cx="10524744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E25F19-4319-0EC2-3A38-E8FD66C88663}"/>
              </a:ext>
            </a:extLst>
          </p:cNvPr>
          <p:cNvSpPr/>
          <p:nvPr/>
        </p:nvSpPr>
        <p:spPr>
          <a:xfrm>
            <a:off x="292608" y="6071616"/>
            <a:ext cx="11567160" cy="6268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52D7A6-0C86-CAEE-EEC7-D7941BF7D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57822"/>
            <a:ext cx="3616820" cy="3828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0F2210-7FF5-67D3-C985-66ACC81BB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8154" y="244089"/>
            <a:ext cx="1028642" cy="4102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1AD0DCD-78B8-F2BF-A4A9-58CC58A78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887" y="159530"/>
            <a:ext cx="900601" cy="7293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548509-4D9A-2684-A2E1-0284F4C87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1" y="3232006"/>
            <a:ext cx="3178523" cy="3939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D07462A-7C12-C004-1256-F271ED53FF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3725" y="6388575"/>
            <a:ext cx="7204549" cy="2480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8B8274E-317B-771A-9CB0-46FF1695D5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3130" y="3751594"/>
            <a:ext cx="1754703" cy="22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0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5E430-2391-306F-7441-18BACB273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53BEC1-7A60-2179-03DD-7B1672408A23}"/>
              </a:ext>
            </a:extLst>
          </p:cNvPr>
          <p:cNvSpPr txBox="1"/>
          <p:nvPr/>
        </p:nvSpPr>
        <p:spPr>
          <a:xfrm>
            <a:off x="-19813" y="77876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hydration. reimagined.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8A38E-73A3-0BC7-E032-D0D389AA0155}"/>
              </a:ext>
            </a:extLst>
          </p:cNvPr>
          <p:cNvSpPr txBox="1"/>
          <p:nvPr/>
        </p:nvSpPr>
        <p:spPr>
          <a:xfrm>
            <a:off x="4564380" y="1358420"/>
            <a:ext cx="306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Full-Spectrum Hydration System built for everyday life.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E6D791-118B-86DA-F1ED-FE6539385EC1}"/>
              </a:ext>
            </a:extLst>
          </p:cNvPr>
          <p:cNvSpPr/>
          <p:nvPr/>
        </p:nvSpPr>
        <p:spPr>
          <a:xfrm>
            <a:off x="911221" y="5722191"/>
            <a:ext cx="10524744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FAF172-6C40-66F0-3709-6AC0F333BD8E}"/>
              </a:ext>
            </a:extLst>
          </p:cNvPr>
          <p:cNvSpPr/>
          <p:nvPr/>
        </p:nvSpPr>
        <p:spPr>
          <a:xfrm>
            <a:off x="292608" y="6071616"/>
            <a:ext cx="11567160" cy="6268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7CFB11-A029-4389-CB43-6E8DBEB65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57822"/>
            <a:ext cx="3616820" cy="3828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3A34F3-A8FC-83A5-5056-434090873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154" y="244089"/>
            <a:ext cx="1028642" cy="4102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336E9D-A234-00BF-44E2-B5300372B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887" y="159530"/>
            <a:ext cx="900601" cy="7293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71A2FC-35A9-EC77-DA92-C557DB959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221" y="3232006"/>
            <a:ext cx="3178523" cy="3939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9777DDF-537F-795D-AEB6-D6ACA06DA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3725" y="6388575"/>
            <a:ext cx="7204549" cy="2480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D198CB3-91D9-32EF-AD7C-5ABEA631E2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130" y="3751594"/>
            <a:ext cx="1754703" cy="2237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6DB7DE-DB06-BB25-ACD2-3A3B54B05A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398" y="1890922"/>
            <a:ext cx="2554179" cy="383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98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Duane Wilburn</dc:creator>
  <cp:lastModifiedBy>Duane Wilburn</cp:lastModifiedBy>
  <cp:revision>1</cp:revision>
  <dcterms:created xsi:type="dcterms:W3CDTF">2026-07-08T02:08:22Z</dcterms:created>
  <dcterms:modified xsi:type="dcterms:W3CDTF">2026-07-08T02:40:47Z</dcterms:modified>
</cp:coreProperties>
</file>